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5d8f0a0aae4569" /><Relationship Type="http://schemas.openxmlformats.org/officeDocument/2006/relationships/extended-properties" Target="/docProps/app.xml" Id="R944e2ab16f4b401e" /><Relationship Type="http://schemas.openxmlformats.org/officeDocument/2006/relationships/officeDocument" Target="/ppt/presentation.xml" Id="R8e8f8af5fbe24c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3009e0eea34609"/>
  </p:sldMasterIdLst>
  <p:notesMasterIdLst>
    <p:notesMasterId xmlns:r="http://schemas.openxmlformats.org/officeDocument/2006/relationships" r:id="R5b23590dde564ac8"/>
  </p:notesMasterIdLst>
  <p:sldIdLst>
    <p:sldId xmlns:r="http://schemas.openxmlformats.org/officeDocument/2006/relationships" id="256" r:id="Ra1262c5ecf434c8c"/>
    <p:sldId xmlns:r="http://schemas.openxmlformats.org/officeDocument/2006/relationships" id="257" r:id="Rf263ddf49afd4083"/>
    <p:sldId xmlns:r="http://schemas.openxmlformats.org/officeDocument/2006/relationships" id="258" r:id="R9f3faf648a0d479e"/>
    <p:sldId xmlns:r="http://schemas.openxmlformats.org/officeDocument/2006/relationships" id="259" r:id="Rc35a14fa230a42b4"/>
    <p:sldId xmlns:r="http://schemas.openxmlformats.org/officeDocument/2006/relationships" id="260" r:id="R070f9f246c7745fa"/>
    <p:sldId xmlns:r="http://schemas.openxmlformats.org/officeDocument/2006/relationships" id="261" r:id="R675b40b2d5f84e22"/>
    <p:sldId xmlns:r="http://schemas.openxmlformats.org/officeDocument/2006/relationships" id="262" r:id="Ra220d798cda94f57"/>
    <p:sldId xmlns:r="http://schemas.openxmlformats.org/officeDocument/2006/relationships" id="263" r:id="Rdc20cd9aae614bca"/>
    <p:sldId xmlns:r="http://schemas.openxmlformats.org/officeDocument/2006/relationships" id="264" r:id="R39b38349c1f14231"/>
    <p:sldId xmlns:r="http://schemas.openxmlformats.org/officeDocument/2006/relationships" id="265" r:id="R1c9b1e0a4bac4f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b0ea2511734bc6" /><Relationship Type="http://schemas.openxmlformats.org/officeDocument/2006/relationships/slideMaster" Target="/ppt/slideMasters/slideMaster1.xml" Id="R273009e0eea34609" /><Relationship Type="http://schemas.openxmlformats.org/officeDocument/2006/relationships/notesMaster" Target="/ppt/notesMasters/notesMaster1.xml" Id="R5b23590dde564ac8" /><Relationship Type="http://schemas.openxmlformats.org/officeDocument/2006/relationships/presProps" Target="/ppt/presProps.xml" Id="Rc4a2da0ae32a4adc" /><Relationship Type="http://schemas.openxmlformats.org/officeDocument/2006/relationships/tableStyles" Target="/ppt/tableStyles.xml" Id="Rbc96dba95aef4617" /><Relationship Type="http://schemas.openxmlformats.org/officeDocument/2006/relationships/slide" Target="/ppt/slides/slide1.xml" Id="Ra1262c5ecf434c8c" /><Relationship Type="http://schemas.openxmlformats.org/officeDocument/2006/relationships/slide" Target="/ppt/slides/slide2.xml" Id="Rf263ddf49afd4083" /><Relationship Type="http://schemas.openxmlformats.org/officeDocument/2006/relationships/slide" Target="/ppt/slides/slide3.xml" Id="R9f3faf648a0d479e" /><Relationship Type="http://schemas.openxmlformats.org/officeDocument/2006/relationships/slide" Target="/ppt/slides/slide4.xml" Id="Rc35a14fa230a42b4" /><Relationship Type="http://schemas.openxmlformats.org/officeDocument/2006/relationships/slide" Target="/ppt/slides/slide5.xml" Id="R070f9f246c7745fa" /><Relationship Type="http://schemas.openxmlformats.org/officeDocument/2006/relationships/slide" Target="/ppt/slides/slide6.xml" Id="R675b40b2d5f84e22" /><Relationship Type="http://schemas.openxmlformats.org/officeDocument/2006/relationships/slide" Target="/ppt/slides/slide7.xml" Id="Ra220d798cda94f57" /><Relationship Type="http://schemas.openxmlformats.org/officeDocument/2006/relationships/slide" Target="/ppt/slides/slide8.xml" Id="Rdc20cd9aae614bca" /><Relationship Type="http://schemas.openxmlformats.org/officeDocument/2006/relationships/slide" Target="/ppt/slides/slide9.xml" Id="R39b38349c1f14231" /><Relationship Type="http://schemas.openxmlformats.org/officeDocument/2006/relationships/slide" Target="/ppt/slides/slide10.xml" Id="R1c9b1e0a4bac4f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31adcbfc374b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405b9324f340ad" /><Relationship Type="http://schemas.openxmlformats.org/officeDocument/2006/relationships/notesMaster" Target="/ppt/notesMasters/notesMaster1.xml" Id="R3282aea4093841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59bf97ae944716" /><Relationship Type="http://schemas.openxmlformats.org/officeDocument/2006/relationships/notesMaster" Target="/ppt/notesMasters/notesMaster1.xml" Id="Rd32e50681f7c40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fb919fe868491a" /><Relationship Type="http://schemas.openxmlformats.org/officeDocument/2006/relationships/notesMaster" Target="/ppt/notesMasters/notesMaster1.xml" Id="R5ea116e9b6e74e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f16efa9aa9491e" /><Relationship Type="http://schemas.openxmlformats.org/officeDocument/2006/relationships/notesMaster" Target="/ppt/notesMasters/notesMaster1.xml" Id="R091deb2ab5ad4e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27b980a0da44fe" /><Relationship Type="http://schemas.openxmlformats.org/officeDocument/2006/relationships/notesMaster" Target="/ppt/notesMasters/notesMaster1.xml" Id="Re5193e4b8c4943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829dad403d4343" /><Relationship Type="http://schemas.openxmlformats.org/officeDocument/2006/relationships/notesMaster" Target="/ppt/notesMasters/notesMaster1.xml" Id="R9d10207ee4f54f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17321b9b2d43a9" /><Relationship Type="http://schemas.openxmlformats.org/officeDocument/2006/relationships/notesMaster" Target="/ppt/notesMasters/notesMaster1.xml" Id="Radda5a3bdfd145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a6791ba3de45ea" /><Relationship Type="http://schemas.openxmlformats.org/officeDocument/2006/relationships/notesMaster" Target="/ppt/notesMasters/notesMaster1.xml" Id="Ree70bd20438040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133041074f4711" /><Relationship Type="http://schemas.openxmlformats.org/officeDocument/2006/relationships/notesMaster" Target="/ppt/notesMasters/notesMaster1.xml" Id="Rcba88543fe3e44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f6c92f6e4d467e" /><Relationship Type="http://schemas.openxmlformats.org/officeDocument/2006/relationships/notesMaster" Target="/ppt/notesMasters/notesMaster1.xml" Id="R6bb86890250346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C:\Users\Soul Hoshi\Documents\ChatGPT\PAL - Desarrollo de videojuegos\Entregas\Actuales\Contra_Strike\Proyecto\Contra_Strike_con_menu.capx; Proyecto/LEEME.md; Pruebas_techo/verificacion_techo_runtime.json. Las capturas de Pruebas_runtime corresponden a la revisión anterior del cuerpo físico; las de Pruebas_techo corresponden a la revisión v7. Son pruebas puntuales del motor y no un recorrido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C:\Users\Soul Hoshi\Documents\ChatGPT\PAL - Desarrollo de videojuegos\Entregas\Actuales\Contra_Strike\Proyecto\Contra_Strike_con_menu.capx; Proyecto/LEEME.md; Pruebas_techo/verificacion_techo_runtime.json. Las capturas de Pruebas_runtime corresponden a la revisión anterior del cuerpo físico; las de Pruebas_techo corresponden a la revisión v7. Son pruebas puntuales del motor y no un recorrido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C:\Users\Soul Hoshi\Documents\ChatGPT\PAL - Desarrollo de videojuegos\Entregas\Actuales\Contra_Strike\Proyecto\Contra_Strike_con_menu.capx; Proyecto/LEEME.md; Pruebas_techo/verificacion_techo_runtime.json. Las capturas de Pruebas_runtime corresponden a la revisión anterior del cuerpo físico; las de Pruebas_techo corresponden a la revisión v7. Son pruebas puntuales del motor y no un recorrido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C:\Users\Soul Hoshi\Documents\ChatGPT\PAL - Desarrollo de videojuegos\Entregas\Actuales\Contra_Strike\Proyecto\Contra_Strike_con_menu.capx; Proyecto/LEEME.md; Pruebas_techo/verificacion_techo_runtime.json. Las capturas de Pruebas_runtime corresponden a la revisión anterior del cuerpo físico; las de Pruebas_techo corresponden a la revisión v7. Son pruebas puntuales del motor y no un recorrido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C:\Users\Soul Hoshi\Documents\ChatGPT\PAL - Desarrollo de videojuegos\Entregas\Actuales\Contra_Strike\Proyecto\Contra_Strike_con_menu.capx; Proyecto/LEEME.md; Pruebas_techo/verificacion_techo_runtime.json. Las capturas de Pruebas_runtime corresponden a la revisión anterior del cuerpo físico; las de Pruebas_techo corresponden a la revisión v7. Son pruebas puntuales del motor y no un recorrido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C:\Users\Soul Hoshi\Documents\ChatGPT\PAL - Desarrollo de videojuegos\Entregas\Actuales\Contra_Strike\Proyecto\Contra_Strike_con_menu.capx; Proyecto/LEEME.md; Pruebas_techo/verificacion_techo_runtime.json. Las capturas de Pruebas_runtime corresponden a la revisión anterior del cuerpo físico; las de Pruebas_techo corresponden a la revisión v7. Son pruebas puntuales del motor y no un recorrido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C:\Users\Soul Hoshi\Documents\ChatGPT\PAL - Desarrollo de videojuegos\Entregas\Actuales\Contra_Strike\Proyecto\Contra_Strike_con_menu.capx; Proyecto/LEEME.md; Pruebas_techo/verificacion_techo_runtime.json. Las capturas de Pruebas_runtime corresponden a la revisión anterior del cuerpo físico; las de Pruebas_techo corresponden a la revisión v7. Son pruebas puntuales del motor y no un recorrido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C:\Users\Soul Hoshi\Documents\ChatGPT\PAL - Desarrollo de videojuegos\Entregas\Actuales\Contra_Strike\Proyecto\Contra_Strike_con_menu.capx; Proyecto/LEEME.md; Pruebas_techo/verificacion_techo_runtime.json. Las capturas de Pruebas_runtime corresponden a la revisión anterior del cuerpo físico; las de Pruebas_techo corresponden a la revisión v7. Son pruebas puntuales del motor y no un recorrido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C:\Users\Soul Hoshi\Documents\ChatGPT\PAL - Desarrollo de videojuegos\Entregas\Actuales\Contra_Strike\Proyecto\Contra_Strike_con_menu.capx; Proyecto/LEEME.md; Pruebas_techo/verificacion_techo_runtime.json. Las capturas de Pruebas_runtime corresponden a la revisión anterior del cuerpo físico; las de Pruebas_techo corresponden a la revisión v7. Son pruebas puntuales del motor y no un recorrido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C:\Users\Soul Hoshi\Documents\ChatGPT\PAL - Desarrollo de videojuegos\Entregas\Actuales\Contra_Strike\Proyecto\Contra_Strike_con_menu.capx; Proyecto/LEEME.md; Pruebas_techo/verificacion_techo_runtime.json. Las capturas de Pruebas_runtime corresponden a la revisión anterior del cuerpo físico; las de Pruebas_techo corresponden a la revisión v7. Son pruebas puntuales del motor y no un recorrido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8a3b9041b41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e6d939a5844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430fd9e2fc42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6deb6a25a48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88227fdb04c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f48f25d9848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30B7EE-1BCF-44A9-8752-98A95E80C6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2A312C-A6EA-41E6-9F15-12791E8553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D8BA10-2406-4E18-A2F8-238422DD60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434FBD-9E80-4139-8844-F50FD2048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3A928E-3D8B-44EA-9DBD-9844809783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DB5D42-DD41-4E06-B040-E2380E3ADA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0CFCF3-E174-43A6-AFDF-90BFC28502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462CFA-7A08-4CC7-8F01-3828417FFB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A02BBE-E9B0-418C-A76A-B9B5A22F31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E29F42-C02E-4CA4-B1D7-143E8ADF63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4abc845fef4441" /><Relationship Type="http://schemas.openxmlformats.org/officeDocument/2006/relationships/slideLayout" Target="/ppt/slideLayouts/slideLayout1.xml" Id="R33b2abffe31147ae" /><Relationship Type="http://schemas.openxmlformats.org/officeDocument/2006/relationships/slideLayout" Target="/ppt/slideLayouts/slideLayout2.xml" Id="R26704bb4e98c4576" /><Relationship Type="http://schemas.openxmlformats.org/officeDocument/2006/relationships/slideLayout" Target="/ppt/slideLayouts/slideLayout3.xml" Id="R718dddd9b1294cb6" /><Relationship Type="http://schemas.openxmlformats.org/officeDocument/2006/relationships/slideLayout" Target="/ppt/slideLayouts/slideLayout4.xml" Id="Rc03d37bf131146c9" /><Relationship Type="http://schemas.openxmlformats.org/officeDocument/2006/relationships/slideLayout" Target="/ppt/slideLayouts/slideLayout5.xml" Id="R52d20f7cb4e2461a" /><Relationship Type="http://schemas.openxmlformats.org/officeDocument/2006/relationships/slideLayout" Target="/ppt/slideLayouts/slideLayout6.xml" Id="R5d95865411ff48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b2abffe31147ae"/>
    <p:sldLayoutId xmlns:r="http://schemas.openxmlformats.org/officeDocument/2006/relationships" id="2147483650" r:id="R26704bb4e98c4576"/>
    <p:sldLayoutId xmlns:r="http://schemas.openxmlformats.org/officeDocument/2006/relationships" id="2147483651" r:id="R718dddd9b1294cb6"/>
    <p:sldLayoutId xmlns:r="http://schemas.openxmlformats.org/officeDocument/2006/relationships" id="2147483652" r:id="Rc03d37bf131146c9"/>
    <p:sldLayoutId xmlns:r="http://schemas.openxmlformats.org/officeDocument/2006/relationships" id="2147483653" r:id="R52d20f7cb4e2461a"/>
    <p:sldLayoutId xmlns:r="http://schemas.openxmlformats.org/officeDocument/2006/relationships" id="2147483654" r:id="R5d95865411ff48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3d216e4b38c4e80" /><ns0:Relationship Type="http://schemas.openxmlformats.org/officeDocument/2006/relationships/image" Target="/ppt/media/image.png" Id="R3db9346f6f8e45d7" /><ns0:Relationship Type="http://schemas.openxmlformats.org/officeDocument/2006/relationships/image" Target="/ppt/media/image2.png" Id="Re38b96cbae254529" /><ns0:Relationship Type="http://schemas.openxmlformats.org/officeDocument/2006/relationships/notesSlide" Target="/ppt/notesSlides/notesSlide1.xml" Id="R835aea9452b2421d" /><ns0:Relationship Id="rIdNav1" Type="http://schemas.openxmlformats.org/officeDocument/2006/relationships/slide" Target="slide2.xml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49f32b878fc4446" /><ns0:Relationship Type="http://schemas.openxmlformats.org/officeDocument/2006/relationships/image" Target="/ppt/media/image3.png" Id="R2e3f02dc40414f26" /><ns0:Relationship Type="http://schemas.openxmlformats.org/officeDocument/2006/relationships/notesSlide" Target="/ppt/notesSlides/notesSlide2.xml" Id="R869a054fc10544e2" /><ns0:Relationship Id="rIdNav2" Type="http://schemas.openxmlformats.org/officeDocument/2006/relationships/slide" Target="slide3.xml" /><ns0:Relationship Id="rIdNav3" Type="http://schemas.openxmlformats.org/officeDocument/2006/relationships/slide" Target="slide4.xml" /><ns0:Relationship Id="rIdNav4" Type="http://schemas.openxmlformats.org/officeDocument/2006/relationships/slide" Target="slide5.xml" /><ns0:Relationship Id="rIdNav5" Type="http://schemas.openxmlformats.org/officeDocument/2006/relationships/slide" Target="slide6.xml" /><ns0:Relationship Id="rIdNav6" Type="http://schemas.openxmlformats.org/officeDocument/2006/relationships/slide" Target="slide7.xml" /><ns0:Relationship Id="rIdNav7" Type="http://schemas.openxmlformats.org/officeDocument/2006/relationships/slide" Target="slide8.xml" /><ns0:Relationship Id="rIdNav8" Type="http://schemas.openxmlformats.org/officeDocument/2006/relationships/slide" Target="slide9.xml" /><ns0:Relationship Id="rIdNav9" Type="http://schemas.openxmlformats.org/officeDocument/2006/relationships/slide" Target="slide10.xml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fbd2a12d82f483d" /><ns0:Relationship Type="http://schemas.openxmlformats.org/officeDocument/2006/relationships/image" Target="/ppt/media/image4.png" Id="R938c7809c9104cb0" /><ns0:Relationship Type="http://schemas.openxmlformats.org/officeDocument/2006/relationships/notesSlide" Target="/ppt/notesSlides/notesSlide3.xml" Id="Ra4f7837919484e04" /><ns0:Relationship Id="rIdNav10" Type="http://schemas.openxmlformats.org/officeDocument/2006/relationships/slide" Target="slide2.xml" /><ns0:Relationship Id="rIdNav11" Type="http://schemas.openxmlformats.org/officeDocument/2006/relationships/slide" Target="slide2.xml" /><ns0:Relationship Id="rIdNav12" Type="http://schemas.openxmlformats.org/officeDocument/2006/relationships/slide" Target="slide4.xml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fad764e2f7f4257" /><ns0:Relationship Type="http://schemas.openxmlformats.org/officeDocument/2006/relationships/image" Target="/ppt/media/image5.png" Id="Radef9cc267a2410d" /><ns0:Relationship Type="http://schemas.openxmlformats.org/officeDocument/2006/relationships/notesSlide" Target="/ppt/notesSlides/notesSlide4.xml" Id="Reee001da1849419b" /><ns0:Relationship Id="rIdNav13" Type="http://schemas.openxmlformats.org/officeDocument/2006/relationships/slide" Target="slide2.xml" /><ns0:Relationship Id="rIdNav14" Type="http://schemas.openxmlformats.org/officeDocument/2006/relationships/slide" Target="slide3.xml" /><ns0:Relationship Id="rIdNav15" Type="http://schemas.openxmlformats.org/officeDocument/2006/relationships/slide" Target="slide5.xml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dce03e78d974f00" /><ns0:Relationship Type="http://schemas.openxmlformats.org/officeDocument/2006/relationships/image" Target="/ppt/media/image6.png" Id="R9fe7a6fd0e154dbf" /><ns0:Relationship Type="http://schemas.openxmlformats.org/officeDocument/2006/relationships/notesSlide" Target="/ppt/notesSlides/notesSlide5.xml" Id="R7369689d29554e3d" /><ns0:Relationship Id="rIdNav16" Type="http://schemas.openxmlformats.org/officeDocument/2006/relationships/slide" Target="slide2.xml" /><ns0:Relationship Id="rIdNav17" Type="http://schemas.openxmlformats.org/officeDocument/2006/relationships/slide" Target="slide4.xml" /><ns0:Relationship Id="rIdNav18" Type="http://schemas.openxmlformats.org/officeDocument/2006/relationships/slide" Target="slide6.xml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e470a7fa84de4d62" /><ns0:Relationship Type="http://schemas.openxmlformats.org/officeDocument/2006/relationships/image" Target="/ppt/media/image7.png" Id="R747b7843586d4853" /><ns0:Relationship Type="http://schemas.openxmlformats.org/officeDocument/2006/relationships/notesSlide" Target="/ppt/notesSlides/notesSlide6.xml" Id="Rcaf8c9aa06b44c69" /><ns0:Relationship Id="rIdNav19" Type="http://schemas.openxmlformats.org/officeDocument/2006/relationships/slide" Target="slide2.xml" /><ns0:Relationship Id="rIdNav20" Type="http://schemas.openxmlformats.org/officeDocument/2006/relationships/slide" Target="slide5.xml" /><ns0:Relationship Id="rIdNav21" Type="http://schemas.openxmlformats.org/officeDocument/2006/relationships/slide" Target="slide7.xml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4dab2df93ed4833" /><ns0:Relationship Type="http://schemas.openxmlformats.org/officeDocument/2006/relationships/image" Target="/ppt/media/image8.png" Id="R44649539e2664ab3" /><ns0:Relationship Type="http://schemas.openxmlformats.org/officeDocument/2006/relationships/notesSlide" Target="/ppt/notesSlides/notesSlide7.xml" Id="R6620d407c0a94d6d" /><ns0:Relationship Id="rIdNav22" Type="http://schemas.openxmlformats.org/officeDocument/2006/relationships/slide" Target="slide2.xml" /><ns0:Relationship Id="rIdNav23" Type="http://schemas.openxmlformats.org/officeDocument/2006/relationships/slide" Target="slide6.xml" /><ns0:Relationship Id="rIdNav24" Type="http://schemas.openxmlformats.org/officeDocument/2006/relationships/slide" Target="slide8.xml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85fbec200904688" /><ns0:Relationship Type="http://schemas.openxmlformats.org/officeDocument/2006/relationships/image" Target="/ppt/media/image9.png" Id="Rb24fc8797b344b0e" /><ns0:Relationship Type="http://schemas.openxmlformats.org/officeDocument/2006/relationships/notesSlide" Target="/ppt/notesSlides/notesSlide8.xml" Id="R7f41b78036554bd3" /><ns0:Relationship Id="rIdNav25" Type="http://schemas.openxmlformats.org/officeDocument/2006/relationships/slide" Target="slide2.xml" /><ns0:Relationship Id="rIdNav26" Type="http://schemas.openxmlformats.org/officeDocument/2006/relationships/slide" Target="slide7.xml" /><ns0:Relationship Id="rIdNav27" Type="http://schemas.openxmlformats.org/officeDocument/2006/relationships/slide" Target="slide9.xml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89c1528307e4ba5" /><ns0:Relationship Type="http://schemas.openxmlformats.org/officeDocument/2006/relationships/image" Target="/ppt/media/image10.png" Id="R1a169254dac04e87" /><ns0:Relationship Type="http://schemas.openxmlformats.org/officeDocument/2006/relationships/notesSlide" Target="/ppt/notesSlides/notesSlide9.xml" Id="R17f06d420a2c4474" /><ns0:Relationship Id="rIdNav28" Type="http://schemas.openxmlformats.org/officeDocument/2006/relationships/slide" Target="slide2.xml" /><ns0:Relationship Id="rIdNav29" Type="http://schemas.openxmlformats.org/officeDocument/2006/relationships/slide" Target="slide8.xml" /><ns0:Relationship Id="rIdNav30" Type="http://schemas.openxmlformats.org/officeDocument/2006/relationships/slide" Target="slide10.xml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3b5038f68924461" /><ns0:Relationship Type="http://schemas.openxmlformats.org/officeDocument/2006/relationships/notesSlide" Target="/ppt/notesSlides/notesSlide10.xml" Id="Rdf6e2d6f253c43be" /><ns0:Relationship Id="rIdNav31" Type="http://schemas.openxmlformats.org/officeDocument/2006/relationships/slide" Target="slide2.xml" /><ns0:Relationship Id="rIdNav32" Type="http://schemas.openxmlformats.org/officeDocument/2006/relationships/slide" Target="slide9.xml" /><ns0:Relationship Id="rIdNav33" Type="http://schemas.openxmlformats.org/officeDocument/2006/relationships/slide" Target="slide1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0C1B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7" name="">
            <ns1:extLst>
              <ns1:ext uri="{FF2B5EF4-FFF2-40B4-BE49-F238E27FC236}">
                <ns2:creationId id="{7C6B3F0C-5A36-4EDC-946C-9CC7875E9F85}"/>
              </ns1:ext>
            </ns1:extLst>
          </ns0:cNvPr>
          <ns0:cNvPicPr>
            <ns1:picLocks noChangeAspect="1"/>
          </ns0:cNvPicPr>
          <ns0:nvPr/>
        </ns0:nvPicPr>
        <ns0:blipFill>
          <ns1:blip ns3:embed="R3db9346f6f8e45d7"/>
          <ns1:stretch/>
        </ns0:blipFill>
        <ns0:spPr>
          <ns1:xfrm>
            <ns1:off x="2002634" y="666750"/>
            <ns1:ext cx="4033833" cy="2524125"/>
          </ns1:xfrm>
          <ns1:prstGeom prst="rect">
            <ns1:avLst/>
          </ns1:prstGeom>
        </ns0:spPr>
      </ns0:pic>
      <ns0:pic>
        <ns0:nvPicPr>
          <ns0:cNvPr id="2" name="">
            <ns1:extLst>
              <ns1:ext uri="{FF2B5EF4-FFF2-40B4-BE49-F238E27FC236}">
                <ns2:creationId id="{B255D8B1-6507-44ED-BC8E-B2E9926B0A1C}"/>
              </ns1:ext>
            </ns1:extLst>
          </ns0:cNvPr>
          <ns0:cNvPicPr>
            <ns1:picLocks noChangeAspect="1"/>
          </ns0:cNvPicPr>
          <ns0:nvPr/>
        </ns0:nvPicPr>
        <ns0:blipFill>
          <ns1:blip ns3:embed="Re38b96cbae254529"/>
          <ns1:stretch/>
        </ns0:blipFill>
        <ns0:spPr>
          <ns1:xfrm>
            <ns1:off x="8382000" y="1180526"/>
            <ns1:ext cx="2667000" cy="3973072"/>
          </ns1:xfrm>
          <ns1:prstGeom prst="rect">
            <ns1:avLst/>
          </ns1:prstGeom>
        </ns0:spPr>
      </ns0:pic>
      <ns0:sp>
        <ns0:nvSpPr>
          <ns0:cNvPr id="3" name="subtitle">
            <ns1:extLst>
              <ns1:ext uri="{FF2B5EF4-FFF2-40B4-BE49-F238E27FC236}">
                <ns2:creationId id="{E0718AD7-4E91-4E0F-A42F-3AFA9A866B39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476625"/>
            <ns1:ext cx="723900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00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00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300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Un mundo por descubrir</ns1:t>
            </ns1:r>
          </ns1:p>
        </ns0:txBody>
      </ns0:sp>
      <ns0:sp>
        <ns0:nvSpPr>
          <ns0:cNvPr id="4" name="purpose">
            <ns1:extLst>
              <ns1:ext uri="{FF2B5EF4-FFF2-40B4-BE49-F238E27FC236}">
                <ns2:creationId id="{06994613-260E-43F4-A264-DBE4D9E1486A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81500"/>
            <ns1:ext cx="70485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5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5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Guía de la demo para PC</ns1:t>
            </ns1:r>
          </ns1:p>
        </ns0:txBody>
      </ns0:sp>
      <ns0:sp>
        <ns0:nvSpPr>
          <ns0:cNvPr id="5" name="school">
            <ns1:extLst>
              <ns1:ext uri="{FF2B5EF4-FFF2-40B4-BE49-F238E27FC236}">
                <ns2:creationId id="{A1ECA7F6-EA74-4E51-BA50-59113749511F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143500"/>
            <ns1:ext cx="7239000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0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0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Proyecto escolar en Construct 2</ns1:t>
            </ns1:r>
          </ns1:p>
        </ns0:txBody>
      </ns0:sp>
      <ns0:sp>
        <ns0:nvSpPr>
          <ns0:cNvPr id="6" name="link_to_2_0">
            <ns1:extLst>
              <ns1:ext uri="{FF2B5EF4-FFF2-40B4-BE49-F238E27FC236}">
                <ns2:creationId id="{3BD06723-3E81-4EE8-A7B4-F4B00E419755}"/>
              </ns1:ext>
            </ns1:extLst>
            <ns1:hlinkClick ns3:id="rIdNav1" action="ppaction://hlinksldjump"/>
          </ns0:cNvPr>
          <ns0:cNvSpPr>
            <ns1:spLocks noGrp="1"/>
          </ns0:cNvSpPr>
          <ns0:nvPr/>
        </ns0:nvSpPr>
        <ns0:spPr>
          <ns1:xfrm>
            <ns1:off x="762000" y="5810250"/>
            <ns1:ext cx="43815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Comenzar guía →</ns1:t>
            </ns1:r>
          </ns1:p>
        </ns0:txBody>
      </ns0:sp>
    </ns0:spTree>
    <ns0:extLst>
      <ns0:ext uri="{BB962C8B-B14F-4D97-AF65-F5344CB8AC3E}">
        <ns4:creationId val="34578830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0C1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heading">
            <ns1:extLst>
              <ns1:ext uri="{FF2B5EF4-FFF2-40B4-BE49-F238E27FC236}">
                <ns2:creationId id="{1D8DF5C0-3162-4AEB-AD9A-5E7F3E5A496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00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Tu guía de Contra Strike</ns1:t>
            </ns1:r>
          </ns1:p>
        </ns0:txBody>
      </ns0:sp>
      <ns0:sp>
        <ns0:nvSpPr>
          <ns0:cNvPr id="2" name="link_to_3_1">
            <ns1:extLst>
              <ns1:ext uri="{FF2B5EF4-FFF2-40B4-BE49-F238E27FC236}">
                <ns2:creationId id="{CEAED881-90AD-4AB3-83CC-0FB497408D59}"/>
              </ns1:ext>
            </ns1:extLst>
            <ns1:hlinkClick ns3:id="rIdNav2" action="ppaction://hlinksldjump"/>
          </ns0:cNvPr>
          <ns0:cNvSpPr>
            <ns1:spLocks noGrp="1"/>
          </ns0:cNvSpPr>
          <ns0:nvPr/>
        </ns0:nvSpPr>
        <ns0:spPr>
          <ns1:xfrm>
            <ns1:off x="781050" y="1466850"/>
            <ns1:ext cx="76676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01  Antes de empezar</ns1:t>
            </ns1:r>
          </ns1:p>
        </ns0:txBody>
      </ns0:sp>
      <ns0:sp>
        <ns0:nvSpPr>
          <ns0:cNvPr id="3" name="link_to_4_2">
            <ns1:extLst>
              <ns1:ext uri="{FF2B5EF4-FFF2-40B4-BE49-F238E27FC236}">
                <ns2:creationId id="{F8BC70DA-FD45-4669-A137-335CB6D613FA}"/>
              </ns1:ext>
            </ns1:extLst>
            <ns1:hlinkClick ns3:id="rIdNav3" action="ppaction://hlinksldjump"/>
          </ns0:cNvPr>
          <ns0:cNvSpPr>
            <ns1:spLocks noGrp="1"/>
          </ns0:cNvSpPr>
          <ns0:nvPr/>
        </ns0:nvSpPr>
        <ns0:spPr>
          <ns1:xfrm>
            <ns1:off x="781050" y="2000250"/>
            <ns1:ext cx="76676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02  Movimiento y salto</ns1:t>
            </ns1:r>
          </ns1:p>
        </ns0:txBody>
      </ns0:sp>
      <ns0:sp>
        <ns0:nvSpPr>
          <ns0:cNvPr id="4" name="link_to_5_3">
            <ns1:extLst>
              <ns1:ext uri="{FF2B5EF4-FFF2-40B4-BE49-F238E27FC236}">
                <ns2:creationId id="{5AA8B3EE-37AA-41F3-90B8-B356EAE29E4E}"/>
              </ns1:ext>
            </ns1:extLst>
            <ns1:hlinkClick ns3:id="rIdNav4" action="ppaction://hlinksldjump"/>
          </ns0:cNvPr>
          <ns0:cNvSpPr>
            <ns1:spLocks noGrp="1"/>
          </ns0:cNvSpPr>
          <ns0:nvPr/>
        </ns0:nvSpPr>
        <ns0:spPr>
          <ns1:xfrm>
            <ns1:off x="781050" y="2533650"/>
            <ns1:ext cx="76676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03  Suelos y plataformas</ns1:t>
            </ns1:r>
          </ns1:p>
        </ns0:txBody>
      </ns0:sp>
      <ns0:sp>
        <ns0:nvSpPr>
          <ns0:cNvPr id="5" name="link_to_6_4">
            <ns1:extLst>
              <ns1:ext uri="{FF2B5EF4-FFF2-40B4-BE49-F238E27FC236}">
                <ns2:creationId id="{E97E3012-5673-463A-80C3-43A347304391}"/>
              </ns1:ext>
            </ns1:extLst>
            <ns1:hlinkClick ns3:id="rIdNav5" action="ppaction://hlinksldjump"/>
          </ns0:cNvPr>
          <ns0:cNvSpPr>
            <ns1:spLocks noGrp="1"/>
          </ns0:cNvSpPr>
          <ns0:nvPr/>
        </ns0:nvSpPr>
        <ns0:spPr>
          <ns1:xfrm>
            <ns1:off x="781050" y="3067050"/>
            <ns1:ext cx="76676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04  Techos y pasos estrechos</ns1:t>
            </ns1:r>
          </ns1:p>
        </ns0:txBody>
      </ns0:sp>
      <ns0:sp>
        <ns0:nvSpPr>
          <ns0:cNvPr id="6" name="link_to_7_5">
            <ns1:extLst>
              <ns1:ext uri="{FF2B5EF4-FFF2-40B4-BE49-F238E27FC236}">
                <ns2:creationId id="{B5580C01-D831-4A94-914B-6BE631BFCAB6}"/>
              </ns1:ext>
            </ns1:extLst>
            <ns1:hlinkClick ns3:id="rIdNav6" action="ppaction://hlinksldjump"/>
          </ns0:cNvPr>
          <ns0:cNvSpPr>
            <ns1:spLocks noGrp="1"/>
          </ns0:cNvSpPr>
          <ns0:nvPr/>
        </ns0:nvSpPr>
        <ns0:spPr>
          <ns1:xfrm>
            <ns1:off x="781050" y="3600450"/>
            <ns1:ext cx="76676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05  Caídas y reinicio</ns1:t>
            </ns1:r>
          </ns1:p>
        </ns0:txBody>
      </ns0:sp>
      <ns0:sp>
        <ns0:nvSpPr>
          <ns0:cNvPr id="7" name="link_to_8_6">
            <ns1:extLst>
              <ns1:ext uri="{FF2B5EF4-FFF2-40B4-BE49-F238E27FC236}">
                <ns2:creationId id="{9AD15FF4-2318-4839-BC10-E6B5CA9EB5CD}"/>
              </ns1:ext>
            </ns1:extLst>
            <ns1:hlinkClick ns3:id="rIdNav7" action="ppaction://hlinksldjump"/>
          </ns0:cNvPr>
          <ns0:cNvSpPr>
            <ns1:spLocks noGrp="1"/>
          </ns0:cNvSpPr>
          <ns0:nvPr/>
        </ns0:nvSpPr>
        <ns0:spPr>
          <ns1:xfrm>
            <ns1:off x="781050" y="4133850"/>
            <ns1:ext cx="76676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06  Pausa y regreso al menú</ns1:t>
            </ns1:r>
          </ns1:p>
        </ns0:txBody>
      </ns0:sp>
      <ns0:sp>
        <ns0:nvSpPr>
          <ns0:cNvPr id="8" name="link_to_9_7">
            <ns1:extLst>
              <ns1:ext uri="{FF2B5EF4-FFF2-40B4-BE49-F238E27FC236}">
                <ns2:creationId id="{BB316B94-4417-492D-B9EB-71115AF15ADF}"/>
              </ns1:ext>
            </ns1:extLst>
            <ns1:hlinkClick ns3:id="rIdNav8" action="ppaction://hlinksldjump"/>
          </ns0:cNvPr>
          <ns0:cNvSpPr>
            <ns1:spLocks noGrp="1"/>
          </ns0:cNvSpPr>
          <ns0:nvPr/>
        </ns0:nvSpPr>
        <ns0:spPr>
          <ns1:xfrm>
            <ns1:off x="781050" y="4667250"/>
            <ns1:ext cx="76676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07  Música del nivel</ns1:t>
            </ns1:r>
          </ns1:p>
        </ns0:txBody>
      </ns0:sp>
      <ns0:sp>
        <ns0:nvSpPr>
          <ns0:cNvPr id="9" name="link_to_10_8">
            <ns1:extLst>
              <ns1:ext uri="{FF2B5EF4-FFF2-40B4-BE49-F238E27FC236}">
                <ns2:creationId id="{DFC63E09-AD9D-4226-BE64-B3417790349F}"/>
              </ns1:ext>
            </ns1:extLst>
            <ns1:hlinkClick ns3:id="rIdNav9" action="ppaction://hlinksldjump"/>
          </ns0:cNvPr>
          <ns0:cNvSpPr>
            <ns1:spLocks noGrp="1"/>
          </ns0:cNvSpPr>
          <ns0:nvPr/>
        </ns0:nvSpPr>
        <ns0:spPr>
          <ns1:xfrm>
            <ns1:off x="781050" y="5200650"/>
            <ns1:ext cx="76676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08  Tu primer recorrido</ns1:t>
            </ns1:r>
          </ns1:p>
        </ns0:txBody>
      </ns0:sp>
      <ns0:pic>
        <ns0:nvPicPr>
          <ns0:cNvPr id="10" name="">
            <ns1:extLst>
              <ns1:ext uri="{FF2B5EF4-FFF2-40B4-BE49-F238E27FC236}">
                <ns2:creationId id="{FDFE13F0-B0CA-45F1-930F-D4469CE750BF}"/>
              </ns1:ext>
            </ns1:extLst>
          </ns0:cNvPr>
          <ns0:cNvPicPr>
            <ns1:picLocks noChangeAspect="1"/>
          </ns0:cNvPicPr>
          <ns0:nvPr/>
        </ns0:nvPicPr>
        <ns0:blipFill>
          <ns1:blip ns3:embed="R2e3f02dc40414f26"/>
          <ns1:stretch/>
        </ns0:blipFill>
        <ns0:spPr>
          <ns1:xfrm>
            <ns1:off x="9144000" y="2252266"/>
            <ns1:ext cx="1762125" cy="2496344"/>
          </ns1:xfrm>
          <ns1:prstGeom prst="rect">
            <ns1:avLst/>
          </ns1:prstGeom>
        </ns0:spPr>
      </ns0:pic>
      <ns0:sp>
        <ns0:nvSpPr>
          <ns0:cNvPr id="11" name="hint">
            <ns1:extLst>
              <ns1:ext uri="{FF2B5EF4-FFF2-40B4-BE49-F238E27FC236}">
                <ns2:creationId id="{08A1C673-0F64-429B-BB94-0EFEC044624F}"/>
              </ns1:ext>
            </ns1:extLst>
          </ns0:cNvPr>
          <ns0:cNvSpPr>
            <ns1:spLocks noGrp="1"/>
          </ns0:cNvSpPr>
          <ns0:nvPr/>
        </ns0:nvSpPr>
        <ns0:spPr>
          <ns1:xfrm>
            <ns1:off x="8572500" y="5286375"/>
            <ns1:ext cx="30480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8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8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18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Elige una sección</ns1:t>
            </ns1:r>
          </ns1:p>
          <ns1:p>
            <ns1:pPr>
              <ns1:defRPr sz="18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18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o avanza con los enlaces.</ns1:t>
            </ns1:r>
          </ns1:p>
        </ns0:txBody>
      </ns0:sp>
    </ns0:spTree>
    <ns0:extLst>
      <ns0:ext uri="{BB962C8B-B14F-4D97-AF65-F5344CB8AC3E}">
        <ns4:creationId val="1641987398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0C1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heading">
            <ns1:extLst>
              <ns1:ext uri="{FF2B5EF4-FFF2-40B4-BE49-F238E27FC236}">
                <ns2:creationId id="{20125A3B-A3F7-4304-B93E-8E3BFE25B98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00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Antes de empezar</ns1:t>
            </ns1:r>
          </ns1:p>
        </ns0:txBody>
      </ns0:sp>
      <ns0:pic>
        <ns0:nvPicPr>
          <ns0:cNvPr id="2" name="">
            <ns1:extLst>
              <ns1:ext uri="{FF2B5EF4-FFF2-40B4-BE49-F238E27FC236}">
                <ns2:creationId id="{44CACB31-18C5-48F7-86B7-0D50BB219568}"/>
              </ns1:ext>
            </ns1:extLst>
          </ns0:cNvPr>
          <ns0:cNvPicPr>
            <ns1:picLocks noChangeAspect="1"/>
          </ns0:cNvPicPr>
          <ns0:nvPr/>
        </ns0:nvPicPr>
        <ns0:blipFill>
          <ns1:blip ns3:embed="R938c7809c9104cb0"/>
          <ns1:stretch/>
        </ns0:blipFill>
        <ns0:spPr>
          <ns1:xfrm>
            <ns1:off x="704850" y="1715474"/>
            <ns1:ext cx="5429250" cy="3055577"/>
          </ns1:xfrm>
          <ns1:prstGeom prst="rect">
            <ns1:avLst/>
          </ns1:prstGeom>
        </ns0:spPr>
      </ns0:pic>
      <ns0:sp>
        <ns0:nvSpPr>
          <ns0:cNvPr id="3" name="start">
            <ns1:extLst>
              <ns1:ext uri="{FF2B5EF4-FFF2-40B4-BE49-F238E27FC236}">
                <ns2:creationId id="{AFAC98E0-3692-4903-953A-30B8CA1DC6F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1733550"/>
            <ns1:ext cx="4762500" cy="1095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70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70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270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JUGAR DEMO abre el nivel</ns1:t>
            </ns1:r>
          </ns1:p>
        </ns0:txBody>
      </ns0:sp>
      <ns0:sp>
        <ns0:nvSpPr>
          <ns0:cNvPr id="4" name="body">
            <ns1:extLst>
              <ns1:ext uri="{FF2B5EF4-FFF2-40B4-BE49-F238E27FC236}">
                <ns2:creationId id="{3A374CBE-0DB1-46C5-B39B-4F4386887F7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3143250"/>
            <ns1:ext cx="4857750" cy="2143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CÓMO JUGAR repasa los controles.</ns1:t>
            </ns1:r>
          </ns1:p>
          <ns1:p>
            <ns1:r>
              <ns1:t/>
            </ns1:r>
          </ns1:p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VOLVER o Esc cierran la ayuda.</ns1:t>
            </ns1:r>
          </ns1:p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CRÉDITOS muestra los autores.</ns1:t>
            </ns1:r>
          </ns1:p>
        </ns0:txBody>
      </ns0:sp>
      <ns0:sp>
        <ns0:nvSpPr>
          <ns0:cNvPr id="5" name="goal">
            <ns1:extLst>
              <ns1:ext uri="{FF2B5EF4-FFF2-40B4-BE49-F238E27FC236}">
                <ns2:creationId id="{3A91D9E6-A5FC-4041-9E45-8BD502772235}"/>
              </ns1:ext>
            </ns1:extLst>
          </ns0:cNvPr>
          <ns0:cNvSpPr>
            <ns1:spLocks noGrp="1"/>
          </ns0:cNvSpPr>
          <ns0:nvPr/>
        </ns0:nvSpPr>
        <ns0:spPr>
          <ns1:xfrm>
            <ns1:off x="704850" y="5238750"/>
            <ns1:ext cx="10715625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La demo propone explorar una base alienígena y practicar los saltos.</ns1:t>
            </ns1:r>
          </ns1:p>
        </ns0:txBody>
      </ns0:sp>
      <ns0:sp>
        <ns0:nvSpPr>
          <ns0:cNvPr id="6" name="link_to_2_9">
            <ns1:extLst>
              <ns1:ext uri="{FF2B5EF4-FFF2-40B4-BE49-F238E27FC236}">
                <ns2:creationId id="{AF21277C-CFD4-4BE8-865C-63C486F1CF61}"/>
              </ns1:ext>
            </ns1:extLst>
            <ns1:hlinkClick ns3:id="rIdNav10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7" name="link_to_2_10">
            <ns1:extLst>
              <ns1:ext uri="{FF2B5EF4-FFF2-40B4-BE49-F238E27FC236}">
                <ns2:creationId id="{AE011290-489B-49CE-9853-1EDE81459D3C}"/>
              </ns1:ext>
            </ns1:extLst>
            <ns1:hlinkClick ns3:id="rIdNav11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8" name="link_to_4_11">
            <ns1:extLst>
              <ns1:ext uri="{FF2B5EF4-FFF2-40B4-BE49-F238E27FC236}">
                <ns2:creationId id="{EFF9F512-A72D-4577-A5FE-3831B619C50D}"/>
              </ns1:ext>
            </ns1:extLst>
            <ns1:hlinkClick ns3:id="rIdNav12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169037518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0C1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heading">
            <ns1:extLst>
              <ns1:ext uri="{FF2B5EF4-FFF2-40B4-BE49-F238E27FC236}">
                <ns2:creationId id="{95E392A6-552B-4328-8C75-DD446ADDFA4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00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Movimiento y salto</ns1:t>
            </ns1:r>
          </ns1:p>
        </ns0:txBody>
      </ns0:sp>
      <ns0:sp>
        <ns0:nvSpPr>
          <ns0:cNvPr id="2" name="keys">
            <ns1:extLst>
              <ns1:ext uri="{FF2B5EF4-FFF2-40B4-BE49-F238E27FC236}">
                <ns2:creationId id="{61CFACC7-C70D-4891-8EC8-F9AE05E0D9FE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524000"/>
            <ns1:ext cx="57150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6000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6000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6000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←   →</ns1:t>
            </ns1:r>
          </ns1:p>
        </ns0:txBody>
      </ns0:sp>
      <ns0:sp>
        <ns0:nvSpPr>
          <ns0:cNvPr id="3" name="move">
            <ns1:extLst>
              <ns1:ext uri="{FF2B5EF4-FFF2-40B4-BE49-F238E27FC236}">
                <ns2:creationId id="{0F1449BE-FFBA-4E03-9636-63CF4D325FCC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667000"/>
            <ns1:ext cx="68580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6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6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6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Flechas izquierda y derecha</ns1:t>
            </ns1:r>
          </ns1:p>
          <ns1:p>
            <ns1:pPr>
              <ns1:defRPr sz="26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6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para desplazarte.</ns1:t>
            </ns1:r>
          </ns1:p>
        </ns0:txBody>
      </ns0:sp>
      <ns0:sp>
        <ns0:nvSpPr>
          <ns0:cNvPr id="4" name="jump">
            <ns1:extLst>
              <ns1:ext uri="{FF2B5EF4-FFF2-40B4-BE49-F238E27FC236}">
                <ns2:creationId id="{BE946085-4923-42D5-B010-D61C65DA446A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048125"/>
            <ns1:ext cx="771525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1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1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31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↑  Flecha arriba para saltar</ns1:t>
            </ns1:r>
          </ns1:p>
        </ns0:txBody>
      </ns0:sp>
      <ns0:sp>
        <ns0:nvSpPr>
          <ns0:cNvPr id="5" name="tip">
            <ns1:extLst>
              <ns1:ext uri="{FF2B5EF4-FFF2-40B4-BE49-F238E27FC236}">
                <ns2:creationId id="{014E56D3-06CB-4FCA-AE55-56B88EB6273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191125"/>
            <ns1:ext cx="7715250" cy="9048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Observa el apoyo antes de despegar.</ns1:t>
            </ns1:r>
          </ns1:p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La cámara acompaña al personaje.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55B54A4F-A6D1-42EB-AFB1-17D7E101EEA8}"/>
              </ns1:ext>
            </ns1:extLst>
          </ns0:cNvPr>
          <ns0:cNvPicPr>
            <ns1:picLocks noChangeAspect="1"/>
          </ns0:cNvPicPr>
          <ns0:nvPr/>
        </ns0:nvPicPr>
        <ns0:blipFill>
          <ns1:blip ns3:embed="Radef9cc267a2410d"/>
          <ns1:stretch/>
        </ns0:blipFill>
        <ns0:spPr>
          <ns1:xfrm>
            <ns1:off x="9239250" y="1868199"/>
            <ns1:ext cx="1809750" cy="2550102"/>
          </ns1:xfrm>
          <ns1:prstGeom prst="rect">
            <ns1:avLst/>
          </ns1:prstGeom>
        </ns0:spPr>
      </ns0:pic>
      <ns0:sp>
        <ns0:nvSpPr>
          <ns0:cNvPr id="7" name="link_to_2_12">
            <ns1:extLst>
              <ns1:ext uri="{FF2B5EF4-FFF2-40B4-BE49-F238E27FC236}">
                <ns2:creationId id="{7D4C48E5-271F-4BFF-BA90-6BAC70B2C6DB}"/>
              </ns1:ext>
            </ns1:extLst>
            <ns1:hlinkClick ns3:id="rIdNav13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8" name="link_to_3_13">
            <ns1:extLst>
              <ns1:ext uri="{FF2B5EF4-FFF2-40B4-BE49-F238E27FC236}">
                <ns2:creationId id="{4C896F82-F9D5-44AC-926F-DA82BA721D64}"/>
              </ns1:ext>
            </ns1:extLst>
            <ns1:hlinkClick ns3:id="rIdNav14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9" name="link_to_5_14">
            <ns1:extLst>
              <ns1:ext uri="{FF2B5EF4-FFF2-40B4-BE49-F238E27FC236}">
                <ns2:creationId id="{34E19481-1F80-4D76-AD7D-11676D68603A}"/>
              </ns1:ext>
            </ns1:extLst>
            <ns1:hlinkClick ns3:id="rIdNav15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1442214049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0C1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heading">
            <ns1:extLst>
              <ns1:ext uri="{FF2B5EF4-FFF2-40B4-BE49-F238E27FC236}">
                <ns2:creationId id="{8D631BB2-C882-4B7E-A9C7-AA9F5575FD4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00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Suelos y plataformas</ns1:t>
            </ns1:r>
          </ns1:p>
        </ns0:txBody>
      </ns0:sp>
      <ns0:pic>
        <ns0:nvPicPr>
          <ns0:cNvPr id="2" name="">
            <ns1:extLst>
              <ns1:ext uri="{FF2B5EF4-FFF2-40B4-BE49-F238E27FC236}">
                <ns2:creationId id="{F1D8C986-D6E6-4C84-A19F-DE2BDF373608}"/>
              </ns1:ext>
            </ns1:extLst>
          </ns0:cNvPr>
          <ns0:cNvPicPr>
            <ns1:picLocks noChangeAspect="1"/>
          </ns0:cNvPicPr>
          <ns0:nvPr/>
        </ns0:nvPicPr>
        <ns0:blipFill>
          <ns1:blip ns3:embed="R9fe7a6fd0e154dbf"/>
          <ns1:stretch/>
        </ns0:blipFill>
        <ns0:spPr>
          <ns1:xfrm>
            <ns1:off x="685800" y="1429345"/>
            <ns1:ext cx="6381750" cy="3589734"/>
          </ns1:xfrm>
          <ns1:prstGeom prst="rect">
            <ns1:avLst/>
          </ns1:prstGeom>
        </ns0:spPr>
      </ns0:pic>
      <ns0:sp>
        <ns0:nvSpPr>
          <ns0:cNvPr id="3" name="solid">
            <ns1:extLst>
              <ns1:ext uri="{FF2B5EF4-FFF2-40B4-BE49-F238E27FC236}">
                <ns2:creationId id="{413BCD32-A889-491C-BC79-D28BA45BD12F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1524000"/>
            <ns1:ext cx="40005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5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5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El suelo sólido te sostiene</ns1:t>
            </ns1:r>
          </ns1:p>
        </ns0:txBody>
      </ns0:sp>
      <ns0:sp>
        <ns0:nvSpPr>
          <ns0:cNvPr id="4" name="jumpthru">
            <ns1:extLst>
              <ns1:ext uri="{FF2B5EF4-FFF2-40B4-BE49-F238E27FC236}">
                <ns2:creationId id="{D31DD76D-F53A-4785-9FF6-EF59113D9BFD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2857500"/>
            <ns1:ext cx="4000500" cy="1428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Algunas plataformas dejan</ns1:t>
            </ns1:r>
          </ns1:p>
          <ns1:p>
            <ns1:pPr>
              <ns1:def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pasar desde abajo y sostienen</ns1:t>
            </ns1:r>
          </ns1:p>
          <ns1:p>
            <ns1:pPr>
              <ns1:def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al caer sobre ellas.</ns1:t>
            </ns1:r>
          </ns1:p>
        </ns0:txBody>
      </ns0:sp>
      <ns0:sp>
        <ns0:nvSpPr>
          <ns0:cNvPr id="5" name="tip">
            <ns1:extLst>
              <ns1:ext uri="{FF2B5EF4-FFF2-40B4-BE49-F238E27FC236}">
                <ns2:creationId id="{4DC176B3-FA53-4170-990B-A146F9C372D9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4857750"/>
            <ns1:ext cx="4000500" cy="9048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Busca un apoyo seguro</ns1:t>
            </ns1:r>
          </ns1:p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para el siguiente salto.</ns1:t>
            </ns1:r>
          </ns1:p>
        </ns0:txBody>
      </ns0:sp>
      <ns0:sp>
        <ns0:nvSpPr>
          <ns0:cNvPr id="6" name="caption">
            <ns1:extLst>
              <ns1:ext uri="{FF2B5EF4-FFF2-40B4-BE49-F238E27FC236}">
                <ns2:creationId id="{EB0AED93-76FC-409A-A6A8-60154C1164B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286375"/>
            <ns1:ext cx="6381750" cy="647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6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6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16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Captura de prueba de apoyo en el motor, revisión del cuerpo físico.</ns1:t>
            </ns1:r>
          </ns1:p>
        </ns0:txBody>
      </ns0:sp>
      <ns0:sp>
        <ns0:nvSpPr>
          <ns0:cNvPr id="7" name="link_to_2_15">
            <ns1:extLst>
              <ns1:ext uri="{FF2B5EF4-FFF2-40B4-BE49-F238E27FC236}">
                <ns2:creationId id="{B35D4259-7A04-4691-BC89-24EEDD7C744B}"/>
              </ns1:ext>
            </ns1:extLst>
            <ns1:hlinkClick ns3:id="rIdNav16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8" name="link_to_4_16">
            <ns1:extLst>
              <ns1:ext uri="{FF2B5EF4-FFF2-40B4-BE49-F238E27FC236}">
                <ns2:creationId id="{977F4BEB-ABF7-4813-83CE-6A4D2AE2402B}"/>
              </ns1:ext>
            </ns1:extLst>
            <ns1:hlinkClick ns3:id="rIdNav17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9" name="link_to_6_17">
            <ns1:extLst>
              <ns1:ext uri="{FF2B5EF4-FFF2-40B4-BE49-F238E27FC236}">
                <ns2:creationId id="{ADCA38C8-56DB-451F-90B7-8C164634012C}"/>
              </ns1:ext>
            </ns1:extLst>
            <ns1:hlinkClick ns3:id="rIdNav18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688338992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0C1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heading">
            <ns1:extLst>
              <ns1:ext uri="{FF2B5EF4-FFF2-40B4-BE49-F238E27FC236}">
                <ns2:creationId id="{FFE0DCBD-ACE9-44D8-8265-CC9DCECD398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00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Techos y pasos estrechos</ns1:t>
            </ns1:r>
          </ns1:p>
        </ns0:txBody>
      </ns0:sp>
      <ns0:pic>
        <ns0:nvPicPr>
          <ns0:cNvPr id="2" name="">
            <ns1:extLst>
              <ns1:ext uri="{FF2B5EF4-FFF2-40B4-BE49-F238E27FC236}">
                <ns2:creationId id="{6BA80493-3406-49BB-8A5F-583C1509D70D}"/>
              </ns1:ext>
            </ns1:extLst>
          </ns0:cNvPr>
          <ns0:cNvPicPr>
            <ns1:picLocks noChangeAspect="1"/>
          </ns0:cNvPicPr>
          <ns0:nvPr/>
        </ns0:nvPicPr>
        <ns0:blipFill>
          <ns1:blip ns3:embed="R747b7843586d4853"/>
          <ns1:stretch/>
        </ns0:blipFill>
        <ns0:spPr>
          <ns1:xfrm>
            <ns1:off x="686858" y="1457325"/>
            <ns1:ext cx="6570133" cy="3695700"/>
          </ns1:xfrm>
          <ns1:prstGeom prst="rect">
            <ns1:avLst/>
          </ns1:prstGeom>
        </ns0:spPr>
      </ns0:pic>
      <ns0:sp>
        <ns0:nvSpPr>
          <ns0:cNvPr id="3" name="ceiling">
            <ns1:extLst>
              <ns1:ext uri="{FF2B5EF4-FFF2-40B4-BE49-F238E27FC236}">
                <ns2:creationId id="{BD0433D2-F13B-497F-B73B-78D7EC07EB1A}"/>
              </ns1:ext>
            </ns1:extLst>
          </ns0:cNvPr>
          <ns0:cNvSpPr>
            <ns1:spLocks noGrp="1"/>
          </ns0:cNvSpPr>
          <ns0:nvPr/>
        </ns0:nvSpPr>
        <ns0:spPr>
          <ns1:xfrm>
            <ns1:off x="7715250" y="1571625"/>
            <ns1:ext cx="3810000" cy="11906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62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62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262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La roca también limita</ns1:t>
            </ns1:r>
          </ns1:p>
          <ns1:p>
            <ns1:pPr>
              <ns1:defRPr sz="262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262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el salto desde arriba</ns1:t>
            </ns1:r>
          </ns1:p>
        </ns0:txBody>
      </ns0:sp>
      <ns0:sp>
        <ns0:nvSpPr>
          <ns0:cNvPr id="4" name="body">
            <ns1:extLst>
              <ns1:ext uri="{FF2B5EF4-FFF2-40B4-BE49-F238E27FC236}">
                <ns2:creationId id="{1DB60516-C9F2-4251-A30E-69B38EF449A1}"/>
              </ns1:ext>
            </ns1:extLst>
          </ns0:cNvPr>
          <ns0:cNvSpPr>
            <ns1:spLocks noGrp="1"/>
          </ns0:cNvSpPr>
          <ns0:nvPr/>
        </ns0:nvSpPr>
        <ns0:spPr>
          <ns1:xfrm>
            <ns1:off x="7715250" y="3238500"/>
            <ns1:ext cx="3810000" cy="1476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Si tocas un techo,</ns1:t>
            </ns1:r>
          </ns1:p>
          <ns1:p>
            <ns1:pPr>
              <ns1:def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el ascenso se detiene</ns1:t>
            </ns1:r>
          </ns1:p>
          <ns1:p>
            <ns1:pPr>
              <ns1:def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y el personaje vuelve a caer.</ns1:t>
            </ns1:r>
          </ns1:p>
        </ns0:txBody>
      </ns0:sp>
      <ns0:sp>
        <ns0:nvSpPr>
          <ns0:cNvPr id="5" name="tip">
            <ns1:extLst>
              <ns1:ext uri="{FF2B5EF4-FFF2-40B4-BE49-F238E27FC236}">
                <ns2:creationId id="{33EAA00B-4931-41C8-91B2-2332D797A918}"/>
              </ns1:ext>
            </ns1:extLst>
          </ns0:cNvPr>
          <ns0:cNvSpPr>
            <ns1:spLocks noGrp="1"/>
          </ns0:cNvSpPr>
          <ns0:nvPr/>
        </ns0:nvSpPr>
        <ns0:spPr>
          <ns1:xfrm>
            <ns1:off x="7715250" y="5095875"/>
            <ns1:ext cx="38100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Calcula el espacio libre</ns1:t>
            </ns1:r>
          </ns1:p>
          <ns1:p>
            <ns1:pPr>
              <ns1:defRPr sz="21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antes de saltar.</ns1:t>
            </ns1:r>
          </ns1:p>
        </ns0:txBody>
      </ns0:sp>
      <ns0:sp>
        <ns0:nvSpPr>
          <ns0:cNvPr id="6" name="caption">
            <ns1:extLst>
              <ns1:ext uri="{FF2B5EF4-FFF2-40B4-BE49-F238E27FC236}">
                <ns2:creationId id="{0904899E-C4F2-40B7-986E-AB031801250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381625"/>
            <ns1:ext cx="65722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6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6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16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Captura real de una prueba puntual de techo en la revisión v7.</ns1:t>
            </ns1:r>
          </ns1:p>
        </ns0:txBody>
      </ns0:sp>
      <ns0:sp>
        <ns0:nvSpPr>
          <ns0:cNvPr id="7" name="link_to_2_18">
            <ns1:extLst>
              <ns1:ext uri="{FF2B5EF4-FFF2-40B4-BE49-F238E27FC236}">
                <ns2:creationId id="{015F3379-A422-4AE4-B748-29DF40E66DB1}"/>
              </ns1:ext>
            </ns1:extLst>
            <ns1:hlinkClick ns3:id="rIdNav19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8" name="link_to_5_19">
            <ns1:extLst>
              <ns1:ext uri="{FF2B5EF4-FFF2-40B4-BE49-F238E27FC236}">
                <ns2:creationId id="{E6631484-2D11-4810-837C-0C8299D99570}"/>
              </ns1:ext>
            </ns1:extLst>
            <ns1:hlinkClick ns3:id="rIdNav20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9" name="link_to_7_20">
            <ns1:extLst>
              <ns1:ext uri="{FF2B5EF4-FFF2-40B4-BE49-F238E27FC236}">
                <ns2:creationId id="{DD4CA830-4DB0-4B73-8A26-E7F49CB0977D}"/>
              </ns1:ext>
            </ns1:extLst>
            <ns1:hlinkClick ns3:id="rIdNav21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1357330007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0C1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heading">
            <ns1:extLst>
              <ns1:ext uri="{FF2B5EF4-FFF2-40B4-BE49-F238E27FC236}">
                <ns2:creationId id="{D4FD215A-9639-481C-86BB-47B3F4A2532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00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Caídas y reinicio</ns1:t>
            </ns1:r>
          </ns1:p>
        </ns0:txBody>
      </ns0:sp>
      <ns0:pic>
        <ns0:nvPicPr>
          <ns0:cNvPr id="2" name="">
            <ns1:extLst>
              <ns1:ext uri="{FF2B5EF4-FFF2-40B4-BE49-F238E27FC236}">
                <ns2:creationId id="{ED78C583-64B0-42D3-BCC9-8C61FD5EE9A8}"/>
              </ns1:ext>
            </ns1:extLst>
          </ns0:cNvPr>
          <ns0:cNvPicPr>
            <ns1:picLocks noChangeAspect="1"/>
          </ns0:cNvPicPr>
          <ns0:nvPr/>
        </ns0:nvPicPr>
        <ns0:blipFill>
          <ns1:blip ns3:embed="R44649539e2664ab3"/>
          <ns1:stretch/>
        </ns0:blipFill>
        <ns0:spPr>
          <ns1:xfrm>
            <ns1:off x="9144000" y="1857375"/>
            <ns1:ext cx="1905000" cy="2381250"/>
          </ns1:xfrm>
          <ns1:prstGeom prst="rect">
            <ns1:avLst/>
          </ns1:prstGeom>
        </ns0:spPr>
      </ns0:pic>
      <ns0:sp>
        <ns0:nvSpPr>
          <ns0:cNvPr id="3" name="fall">
            <ns1:extLst>
              <ns1:ext uri="{FF2B5EF4-FFF2-40B4-BE49-F238E27FC236}">
                <ns2:creationId id="{9A3BD3D4-E664-45B9-8395-48812A6ABF50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666875"/>
            <ns1:ext cx="7810500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8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8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28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Una caída puede reiniciar el nivel</ns1:t>
            </ns1:r>
          </ns1:p>
        </ns0:txBody>
      </ns0:sp>
      <ns0:sp>
        <ns0:nvSpPr>
          <ns0:cNvPr id="4" name="body">
            <ns1:extLst>
              <ns1:ext uri="{FF2B5EF4-FFF2-40B4-BE49-F238E27FC236}">
                <ns2:creationId id="{BFB97D8B-6CD1-45D1-A3DD-747C70ECF91F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000375"/>
            <ns1:ext cx="7715250" cy="2143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4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Al tocar la zona de muerte,</ns1:t>
            </ns1:r>
          </ns1:p>
          <ns1:p>
            <ns1:pPr>
              <ns1:defRPr sz="24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4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el personaje desaparece.</ns1:t>
            </ns1:r>
          </ns1:p>
          <ns1:p>
            <ns1:r>
              <ns1:t/>
            </ns1:r>
          </ns1:p>
          <ns1:p>
            <ns1:pPr>
              <ns1:defRPr sz="24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4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Después de un segundo,</ns1:t>
            </ns1:r>
          </ns1:p>
          <ns1:p>
            <ns1:pPr>
              <ns1:defRPr sz="24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4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la partida vuelve a empezar.</ns1:t>
            </ns1:r>
          </ns1:p>
        </ns0:txBody>
      </ns0:sp>
      <ns0:sp>
        <ns0:nvSpPr>
          <ns0:cNvPr id="5" name="tip">
            <ns1:extLst>
              <ns1:ext uri="{FF2B5EF4-FFF2-40B4-BE49-F238E27FC236}">
                <ns2:creationId id="{F5E37468-30F8-4104-A995-8F4E9953791F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19750"/>
            <ns1:ext cx="1066800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Aprovecha cada intento para conocer el terreno.</ns1:t>
            </ns1:r>
          </ns1:p>
        </ns0:txBody>
      </ns0:sp>
      <ns0:sp>
        <ns0:nvSpPr>
          <ns0:cNvPr id="6" name="link_to_2_21">
            <ns1:extLst>
              <ns1:ext uri="{FF2B5EF4-FFF2-40B4-BE49-F238E27FC236}">
                <ns2:creationId id="{1EB93483-3AC3-4138-AFE2-75CBBC44AB21}"/>
              </ns1:ext>
            </ns1:extLst>
            <ns1:hlinkClick ns3:id="rIdNav22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7" name="link_to_6_22">
            <ns1:extLst>
              <ns1:ext uri="{FF2B5EF4-FFF2-40B4-BE49-F238E27FC236}">
                <ns2:creationId id="{45005FE2-1A94-4421-AA73-ABDC9735E855}"/>
              </ns1:ext>
            </ns1:extLst>
            <ns1:hlinkClick ns3:id="rIdNav23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8" name="link_to_8_23">
            <ns1:extLst>
              <ns1:ext uri="{FF2B5EF4-FFF2-40B4-BE49-F238E27FC236}">
                <ns2:creationId id="{840E64E3-66AF-4D6E-B07A-D1C7F297435F}"/>
              </ns1:ext>
            </ns1:extLst>
            <ns1:hlinkClick ns3:id="rIdNav24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48108534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0C1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heading">
            <ns1:extLst>
              <ns1:ext uri="{FF2B5EF4-FFF2-40B4-BE49-F238E27FC236}">
                <ns2:creationId id="{CE786CDE-5AFA-4456-931E-A03DE1BA7CF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00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Pausa y regreso al menú</ns1:t>
            </ns1:r>
          </ns1:p>
        </ns0:txBody>
      </ns0:sp>
      <ns0:pic>
        <ns0:nvPicPr>
          <ns0:cNvPr id="2" name="">
            <ns1:extLst>
              <ns1:ext uri="{FF2B5EF4-FFF2-40B4-BE49-F238E27FC236}">
                <ns2:creationId id="{89EDB226-FA46-4943-A5B8-D68DF0729234}"/>
              </ns1:ext>
            </ns1:extLst>
          </ns0:cNvPr>
          <ns0:cNvPicPr>
            <ns1:picLocks noChangeAspect="1"/>
          </ns0:cNvPicPr>
          <ns0:nvPr/>
        </ns0:nvPicPr>
        <ns0:blipFill>
          <ns1:blip ns3:embed="Rb24fc8797b344b0e"/>
          <ns1:stretch/>
        </ns0:blipFill>
        <ns0:spPr>
          <ns1:xfrm>
            <ns1:off x="686858" y="1524000"/>
            <ns1:ext cx="6570133" cy="3695700"/>
          </ns1:xfrm>
          <ns1:prstGeom prst="rect">
            <ns1:avLst/>
          </ns1:prstGeom>
        </ns0:spPr>
      </ns0:pic>
      <ns0:sp>
        <ns0:nvSpPr>
          <ns0:cNvPr id="3" name="pause">
            <ns1:extLst>
              <ns1:ext uri="{FF2B5EF4-FFF2-40B4-BE49-F238E27FC236}">
                <ns2:creationId id="{AA099282-CC97-46D1-A9C0-AF3AFF638ED2}"/>
              </ns1:ext>
            </ns1:extLst>
          </ns0:cNvPr>
          <ns0:cNvSpPr>
            <ns1:spLocks noGrp="1"/>
          </ns0:cNvSpPr>
          <ns0:nvPr/>
        </ns0:nvSpPr>
        <ns0:spPr>
          <ns1:xfrm>
            <ns1:off x="7715250" y="1524000"/>
            <ns1:ext cx="3810000" cy="1238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5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5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Esc o MENÚ abren</ns1:t>
            </ns1:r>
          </ns1:p>
          <ns1:p>
            <ns1:pPr>
              <ns1:defRPr sz="25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la confirmación de salida</ns1:t>
            </ns1:r>
          </ns1:p>
        </ns0:txBody>
      </ns0:sp>
      <ns0:sp>
        <ns0:nvSpPr>
          <ns0:cNvPr id="4" name="body">
            <ns1:extLst>
              <ns1:ext uri="{FF2B5EF4-FFF2-40B4-BE49-F238E27FC236}">
                <ns2:creationId id="{B3E7DF88-A838-45AE-AF9B-F8C6F205A6A4}"/>
              </ns1:ext>
            </ns1:extLst>
          </ns0:cNvPr>
          <ns0:cNvSpPr>
            <ns1:spLocks noGrp="1"/>
          </ns0:cNvSpPr>
          <ns0:nvPr/>
        </ns0:nvSpPr>
        <ns0:spPr>
          <ns1:xfrm>
            <ns1:off x="7715250" y="3095625"/>
            <ns1:ext cx="38100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Mientras está abierta,</ns1:t>
            </ns1:r>
          </ns1:p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el personaje queda en pausa.</ns1:t>
            </ns1:r>
          </ns1:p>
          <ns1:p>
            <ns1:r>
              <ns1:t/>
            </ns1:r>
          </ns1:p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CANCELAR o Esc: seguir.</ns1:t>
            </ns1:r>
          </ns1:p>
          <ns1:p>
            <ns1:pPr>
              <ns1:def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SÍ, VOLVER: menú principal.</ns1:t>
            </ns1:r>
          </ns1:p>
        </ns0:txBody>
      </ns0:sp>
      <ns0:sp>
        <ns0:nvSpPr>
          <ns0:cNvPr id="5" name="caption">
            <ns1:extLst>
              <ns1:ext uri="{FF2B5EF4-FFF2-40B4-BE49-F238E27FC236}">
                <ns2:creationId id="{96426164-25DB-470A-89F5-0C0286E8EA9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429250"/>
            <ns1:ext cx="65722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6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6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165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Captura de prueba de navegación de la revisión del cuerpo físico.</ns1:t>
            </ns1:r>
          </ns1:p>
        </ns0:txBody>
      </ns0:sp>
      <ns0:sp>
        <ns0:nvSpPr>
          <ns0:cNvPr id="6" name="link_to_2_24">
            <ns1:extLst>
              <ns1:ext uri="{FF2B5EF4-FFF2-40B4-BE49-F238E27FC236}">
                <ns2:creationId id="{EAC17FD8-E438-44CC-86A8-AC5BD073319D}"/>
              </ns1:ext>
            </ns1:extLst>
            <ns1:hlinkClick ns3:id="rIdNav25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7" name="link_to_7_25">
            <ns1:extLst>
              <ns1:ext uri="{FF2B5EF4-FFF2-40B4-BE49-F238E27FC236}">
                <ns2:creationId id="{5827AF6C-4710-445B-BAEE-DEE7F9AFCA25}"/>
              </ns1:ext>
            </ns1:extLst>
            <ns1:hlinkClick ns3:id="rIdNav26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8" name="link_to_9_26">
            <ns1:extLst>
              <ns1:ext uri="{FF2B5EF4-FFF2-40B4-BE49-F238E27FC236}">
                <ns2:creationId id="{964632D2-5BD6-46C1-8992-3E9CA455D5FF}"/>
              </ns1:ext>
            </ns1:extLst>
            <ns1:hlinkClick ns3:id="rIdNav27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418866069"/>
      </ns0:ext>
    </ns0:extLst>
  </ns0:cSld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0C1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heading">
            <ns1:extLst>
              <ns1:ext uri="{FF2B5EF4-FFF2-40B4-BE49-F238E27FC236}">
                <ns2:creationId id="{B8B1E913-C421-44B4-88A8-80FC9DD563B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00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La música del nivel</ns1:t>
            </ns1:r>
          </ns1:p>
        </ns0:txBody>
      </ns0:sp>
      <ns0:pic>
        <ns0:nvPicPr>
          <ns0:cNvPr id="2" name="">
            <ns1:extLst>
              <ns1:ext uri="{FF2B5EF4-FFF2-40B4-BE49-F238E27FC236}">
                <ns2:creationId id="{41CA6EFB-6A41-4195-AB10-A12CE306B2DD}"/>
              </ns1:ext>
            </ns1:extLst>
          </ns0:cNvPr>
          <ns0:cNvPicPr>
            <ns1:picLocks noChangeAspect="1"/>
          </ns0:cNvPicPr>
          <ns0:nvPr/>
        </ns0:nvPicPr>
        <ns0:blipFill>
          <ns1:blip ns3:embed="R1a169254dac04e87"/>
          <ns1:stretch/>
        </ns0:blipFill>
        <ns0:spPr>
          <ns1:xfrm>
            <ns1:off x="795801" y="1809750"/>
            <ns1:ext cx="4256748" cy="2857500"/>
          </ns1:xfrm>
          <ns1:prstGeom prst="rect">
            <ns1:avLst/>
          </ns1:prstGeom>
        </ns0:spPr>
      </ns0:pic>
      <ns0:sp>
        <ns0:nvSpPr>
          <ns0:cNvPr id="3" name="music">
            <ns1:extLst>
              <ns1:ext uri="{FF2B5EF4-FFF2-40B4-BE49-F238E27FC236}">
                <ns2:creationId id="{CE3F8057-CBF6-4DC0-B703-1CF78FCF8B39}"/>
              </ns1:ext>
            </ns1:extLst>
          </ns0:cNvPr>
          <ns0:cNvSpPr>
            <ns1:spLocks noGrp="1"/>
          </ns0:cNvSpPr>
          <ns0:nvPr/>
        </ns0:nvSpPr>
        <ns0:spPr>
          <ns1:xfrm>
            <ns1:off x="5715000" y="1714500"/>
            <ns1:ext cx="5810250" cy="1095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8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8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2850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La música empieza con la partida</ns1:t>
            </ns1:r>
          </ns1:p>
        </ns0:txBody>
      </ns0:sp>
      <ns0:sp>
        <ns0:nvSpPr>
          <ns0:cNvPr id="4" name="body">
            <ns1:extLst>
              <ns1:ext uri="{FF2B5EF4-FFF2-40B4-BE49-F238E27FC236}">
                <ns2:creationId id="{0AB80656-DB34-4F5F-B83E-BC17337A7238}"/>
              </ns1:ext>
            </ns1:extLst>
          </ns0:cNvPr>
          <ns0:cNvSpPr>
            <ns1:spLocks noGrp="1"/>
          </ns0:cNvSpPr>
          <ns0:nvPr/>
        </ns0:nvSpPr>
        <ns0:spPr>
          <ns1:xfrm>
            <ns1:off x="5715000" y="3238500"/>
            <ns1:ext cx="5810250" cy="20478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La pista se repite durante el nivel.</ns1:t>
            </ns1:r>
          </ns1:p>
          <ns1:p>
            <ns1:pPr>
              <ns1:defRPr sz="23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Al volver al menú, se detiene.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Para la muestra, ajusta el volumen</ns1:t>
            </ns1:r>
          </ns1:p>
          <ns1:p>
            <ns1:pPr>
              <ns1:defRPr sz="23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desde el equipo que usarás.</ns1:t>
            </ns1:r>
          </ns1:p>
        </ns0:txBody>
      </ns0:sp>
      <ns0:sp>
        <ns0:nvSpPr>
          <ns0:cNvPr id="5" name="tip">
            <ns1:extLst>
              <ns1:ext uri="{FF2B5EF4-FFF2-40B4-BE49-F238E27FC236}">
                <ns2:creationId id="{538B0D59-6332-4A1B-8ADF-3BE8C94AFCA5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5524500"/>
            <ns1:ext cx="106680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0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0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El inventario de Excel incluye una copia de escucha de la pista.</ns1:t>
            </ns1:r>
          </ns1:p>
        </ns0:txBody>
      </ns0:sp>
      <ns0:sp>
        <ns0:nvSpPr>
          <ns0:cNvPr id="6" name="link_to_2_27">
            <ns1:extLst>
              <ns1:ext uri="{FF2B5EF4-FFF2-40B4-BE49-F238E27FC236}">
                <ns2:creationId id="{84E77040-CDA7-441E-87ED-A892532093DA}"/>
              </ns1:ext>
            </ns1:extLst>
            <ns1:hlinkClick ns3:id="rIdNav28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7" name="link_to_8_28">
            <ns1:extLst>
              <ns1:ext uri="{FF2B5EF4-FFF2-40B4-BE49-F238E27FC236}">
                <ns2:creationId id="{12D09631-F882-48F4-836C-393646DC6354}"/>
              </ns1:ext>
            </ns1:extLst>
            <ns1:hlinkClick ns3:id="rIdNav29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8" name="link_to_10_29">
            <ns1:extLst>
              <ns1:ext uri="{FF2B5EF4-FFF2-40B4-BE49-F238E27FC236}">
                <ns2:creationId id="{3DE2FB48-3A36-4572-B163-4E53EF6F7BFE}"/>
              </ns1:ext>
            </ns1:extLst>
            <ns1:hlinkClick ns3:id="rIdNav30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424166150"/>
      </ns0:ext>
    </ns0:extLst>
  </ns0:cSld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0C1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heading">
            <ns1:extLst>
              <ns1:ext uri="{FF2B5EF4-FFF2-40B4-BE49-F238E27FC236}">
                <ns2:creationId id="{36B95050-FAA1-45E0-8D0E-CFB966E7564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00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3675" b="1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Tu primer recorrido</ns1:t>
            </ns1:r>
          </ns1:p>
        </ns0:txBody>
      </ns0:sp>
      <ns0:sp>
        <ns0:nvSpPr>
          <ns0:cNvPr id="2" name="step-0">
            <ns1:extLst>
              <ns1:ext uri="{FF2B5EF4-FFF2-40B4-BE49-F238E27FC236}">
                <ns2:creationId id="{BF7544E0-7BB6-4F22-BA04-A3DC4E0DD047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619250"/>
            <ns1:ext cx="9001125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1.  Elige Jugar demo en el menú.</ns1:t>
            </ns1:r>
          </ns1:p>
        </ns0:txBody>
      </ns0:sp>
      <ns0:sp>
        <ns0:nvSpPr>
          <ns0:cNvPr id="3" name="step-1">
            <ns1:extLst>
              <ns1:ext uri="{FF2B5EF4-FFF2-40B4-BE49-F238E27FC236}">
                <ns2:creationId id="{0564E1E8-054C-45C8-B898-0C635E4EE1E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447925"/>
            <ns1:ext cx="9001125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2.  Avanza con ← / → y salta con ↑.</ns1:t>
            </ns1:r>
          </ns1:p>
        </ns0:txBody>
      </ns0:sp>
      <ns0:sp>
        <ns0:nvSpPr>
          <ns0:cNvPr id="4" name="step-2">
            <ns1:extLst>
              <ns1:ext uri="{FF2B5EF4-FFF2-40B4-BE49-F238E27FC236}">
                <ns2:creationId id="{94075715-E85D-4D3B-A16B-F0C22DE7360E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276600"/>
            <ns1:ext cx="9001125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3.  Explora las plataformas y cuida las caídas.</ns1:t>
            </ns1:r>
          </ns1:p>
        </ns0:txBody>
      </ns0:sp>
      <ns0:sp>
        <ns0:nvSpPr>
          <ns0:cNvPr id="5" name="step-3">
            <ns1:extLst>
              <ns1:ext uri="{FF2B5EF4-FFF2-40B4-BE49-F238E27FC236}">
                <ns2:creationId id="{672F2077-8315-4306-8900-953986B6ECF4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105275"/>
            <ns1:ext cx="9001125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F2ECF7"/>
                </ns1:solidFill>
                <ns1:latin typeface="Segoe UI"/>
                <ns1:ea typeface="Segoe UI"/>
                <ns1:cs typeface="Segoe UI"/>
              </ns1:rPr>
              <ns1:t>4.  Usa Esc para pausar o pedir volver al menú.</ns1:t>
            </ns1:r>
          </ns1:p>
        </ns0:txBody>
      </ns0:sp>
      <ns0:sp>
        <ns0:nvSpPr>
          <ns0:cNvPr id="6" name="scope">
            <ns1:extLst>
              <ns1:ext uri="{FF2B5EF4-FFF2-40B4-BE49-F238E27FC236}">
                <ns2:creationId id="{0CB39E5A-0BDE-4B73-A09C-24737BB04D03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095875"/>
            <ns1:ext cx="106680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025" b="0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025" b="0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Esta demo se centra en explorar y saltar.</ns1:t>
            </ns1:r>
          </ns1:p>
          <ns1:p>
            <ns1:pPr>
              <ns1:defRPr sz="2025" b="0">
                <ns1:solidFill>
                  <ns1:srgbClr val="D8A8F5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D8A8F5"/>
                </ns1:solidFill>
                <ns1:latin typeface="Segoe UI"/>
                <ns1:ea typeface="Segoe UI"/>
                <ns1:cs typeface="Segoe UI"/>
              </ns1:rPr>
              <ns1:t>Todavía no incluye disparos, enemigos, puntos ni una victoria programada.</ns1:t>
            </ns1:r>
          </ns1:p>
        </ns0:txBody>
      </ns0:sp>
      <ns0:sp>
        <ns0:nvSpPr>
          <ns0:cNvPr id="7" name="link_to_2_30">
            <ns1:extLst>
              <ns1:ext uri="{FF2B5EF4-FFF2-40B4-BE49-F238E27FC236}">
                <ns2:creationId id="{274FEBFD-E951-4208-A6CD-A477AF53F0EC}"/>
              </ns1:ext>
            </ns1:extLst>
            <ns1:hlinkClick ns3:id="rIdNav31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8" name="link_to_9_31">
            <ns1:extLst>
              <ns1:ext uri="{FF2B5EF4-FFF2-40B4-BE49-F238E27FC236}">
                <ns2:creationId id="{D5E2B02B-2DA3-4EF3-8D1E-3B8EC685D252}"/>
              </ns1:ext>
            </ns1:extLst>
            <ns1:hlinkClick ns3:id="rIdNav32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9" name="link_to_1_32">
            <ns1:extLst>
              <ns1:ext uri="{FF2B5EF4-FFF2-40B4-BE49-F238E27FC236}">
                <ns2:creationId id="{4AC1E60C-6CB5-4950-8154-73A099B2D898}"/>
              </ns1:ext>
            </ns1:extLst>
            <ns1:hlinkClick ns3:id="rIdNav33" action="ppaction://hlinksldjump"/>
          </ns0:cNvPr>
          <ns0:cNvSpPr>
            <ns1:spLocks noGrp="1"/>
          </ns0:cNvSpPr>
          <ns0:nvPr/>
        </ns0:nvSpPr>
        <ns0:spPr>
          <ns1:xfrm>
            <ns1:off x="9620250" y="6286500"/>
            <ns1:ext cx="2190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FFD094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FFD094"/>
                </ns1:solidFill>
                <ns1:latin typeface="Segoe UI"/>
                <ns1:ea typeface="Segoe UI"/>
                <ns1:cs typeface="Segoe UI"/>
              </ns1:rPr>
              <ns1:t>Volver al inicio</ns1:t>
            </ns1:r>
          </ns1:p>
        </ns0:txBody>
      </ns0:sp>
    </ns0:spTree>
    <ns0:extLst>
      <ns0:ext uri="{BB962C8B-B14F-4D97-AF65-F5344CB8AC3E}">
        <ns4:creationId val="1864469468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2026-10-17T13:58:27.0320000Z</dcterms:created>
  <dcterms:modified xsi:type="dcterms:W3CDTF">2026-10-17T13:58:27.0320000Z</dcterms:modified>
</coreProperties>
</file>